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6576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9F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9FF9E"/>
                </a:solidFill>
                <a:latin typeface="Consolas"/>
              </a:defRPr>
            </a:pPr>
            <a:r>
              <a:t>BEATTIE-NET // NETWORK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Divide &amp; Conquer: CompTIA 6-Step Troubleshooting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Mastering Systematic Fault Isolation &amp; The Binary Search Diagnostic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0"/>
          </a:solidFill>
          <a:ln w="25400">
            <a:solidFill>
              <a:srgbClr val="39F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9FF9E"/>
                </a:solidFill>
              </a:defRPr>
            </a:pPr>
            <a:r>
              <a:t>01 // STOP GUESSING. START ISOLATING.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Amateur technicians guess and swap random parts. Enterprise network engineers and ethical hackers use formal deductive logic.</a:t>
            </a:r>
            <a:br/>
            <a:br/>
            <a:r>
              <a:t>Today you master the exact 6-step framework certified by CompTIA A+, Network+, and Security+.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0F17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02 // THE BINARY SEARCH METHOD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Linear troubleshooting through 7 OSI layers takes O(N) time.</a:t>
            </a:r>
            <a:br/>
            <a:br/>
            <a:r>
              <a:t>By testing at the OSI Midpoint (Layer 3/4), you eliminate 50% of the entire problem domain in a single CLI command:</a:t>
            </a:r>
            <a:br/>
            <a:br/>
            <a:r>
              <a:t>• ping 127.0.0.1 (NIC)</a:t>
            </a:r>
            <a:br/>
            <a:r>
              <a:t>• ping Gateway (LAN)</a:t>
            </a:r>
            <a:br/>
            <a:r>
              <a:t>• ping 8.8.8.8 (WAN)</a:t>
            </a:r>
            <a:br/>
            <a:r>
              <a:t>• nslookup (DNS)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6576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COMPTIA CORE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6-Step Troubleshooting Lifecycle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Standard sequential methodology for CompTIA A+ / Network+ / Security+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1920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9F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9FF9E"/>
                </a:solidFill>
              </a:defRPr>
            </a:pPr>
            <a:r>
              <a:t>STEP 1 // Identify the Problem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Question user, review system logs, identify changes, duplicate symptom.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94560"/>
            <a:ext cx="3383280" cy="1920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STEP 2 // Establish Theory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Question the obvious. Formulate probable cause hypothesis (Top/Bottom/Divide).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94560"/>
            <a:ext cx="3383280" cy="1920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454"/>
                </a:solidFill>
              </a:defRPr>
            </a:pPr>
            <a:r>
              <a:t>STEP 3 // Test the Theory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Execute targeted test. If confirmed -&gt; proceed; if disproven -&gt; form new theory.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79"/>
            <a:ext cx="3383280" cy="1920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5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5C72"/>
                </a:solidFill>
              </a:defRPr>
            </a:pPr>
            <a:r>
              <a:t>STEP 4 // Plan &amp; Implement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Develop step-by-step action plan, anticipate side effects, execute 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297679"/>
            <a:ext cx="3383280" cy="1920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9F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9FF9E"/>
                </a:solidFill>
              </a:defRPr>
            </a:pPr>
            <a:r>
              <a:t>STEP 5 // Verify &amp; Prevent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Verify full system functionality with end user; apply preventative hardening.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297679"/>
            <a:ext cx="3383280" cy="1920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STEP 6 // Document Everything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Record findings, actions, and outcomes in enterprise ticketing &amp; KB.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6576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454"/>
                </a:solidFill>
                <a:latin typeface="Consolas"/>
              </a:defRPr>
            </a:pPr>
            <a:r>
              <a:t>ENGINEERING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5-Step Midpoint Diagnostic Ladder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Memorize these 5 sequential CLI commands to troubleshoot any network 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[1]  ping 127.0.0.1  —  Local Loopback Adapter: Verifies local NIC driver and OS TCP/IP software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9F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[2]  ping 192.168.1.1  —  Default Gateway (LAN Exit): Verifies patch cable, wall jack, switch port, and router interface (L1-L3).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79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[3]  ping 8.8.8.8  —  External Public IP (WAN): Verifies ISP connection, NAT routing, and wide area internet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59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5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[4]  nslookup google.com  —  DNS Name Resolution (L7): Verifies Port 53 DNS resolver, DNS caching server, and FQDN translation.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[5]  Test-NetConnection -Port 443  —  Application Port &amp; Service: Verifies remote web service listening, TLS certificate, &amp; stateful firewall.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6576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5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5C72"/>
                </a:solidFill>
                <a:latin typeface="Consolas"/>
              </a:defRPr>
            </a:pPr>
            <a:r>
              <a:t>CTE REAL-WORLD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Hands-On Troubleshooting Case Studies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Scenarios students will diagnose in today's companion lab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9F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SCENARIO 1: The Silent Wall Jack [Physical Layer (L1/L2)] — Keystone jack miswire (pins 1-2 crossed). Wiremapping &amp; punchdown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SCENARIO 2: The 169.254 APIPA Storm [Network Layer (L3 DHCP)] — DHCP scope exhaustion. Subnet expansion and lease time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79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SCENARIO 3: The DNS Dilemma [Transport &amp; DNS (L4/L7)] — 8.8.8.8 pings OK, domain name fails. Stale static DNS resolver fix.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59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FF5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SCENARIO 4: Rogue SSH Exfiltration [Incident Response] — Outbound Port 22 SSH tunnel alert. Endpoint quarantine and PID termination.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0F1720"/>
          </a:solidFill>
          <a:ln w="19050">
            <a:solidFill>
              <a:srgbClr val="39F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SCENARIO 5: The ARP Doppelgänger [Enterprise Security] — Man-in-the-Middle ARP poisoning. Dynamic ARP Inspection &amp; DHCP Snooping.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